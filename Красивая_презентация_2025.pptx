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33000"/>
            <a:lum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-35000"/>
                    </a14:imgEffect>
                  </a14:imgLayer>
                </a14:imgProps>
              </a:ext>
            </a:extLst>
          </a:blip>
          <a:srcRect/>
          <a:stretch>
            <a:fillRect t="-21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>
                <a:solidFill>
                  <a:srgbClr val="E6E6E6"/>
                </a:solidFill>
              </a:defRPr>
            </a:pPr>
            <a:r>
              <a:rPr lang="ru-MD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КУРСОВАЯ РАБОТА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77108"/>
            <a:ext cx="10515600" cy="6130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2600">
                <a:solidFill>
                  <a:srgbClr val="E6E6E6"/>
                </a:solidFill>
              </a:defRPr>
            </a:pP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 дисциплине: МДК.01.01 Разработка программных модулей</a:t>
            </a:r>
          </a:p>
          <a:p>
            <a:pPr algn="just">
              <a:defRPr sz="2600">
                <a:solidFill>
                  <a:srgbClr val="E6E6E6"/>
                </a:solidFill>
              </a:defRPr>
            </a:pP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 тему: «Разработка программы для менеджера музыкальной группы»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endParaRPr lang="ru-RU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defRPr sz="2600">
                <a:solidFill>
                  <a:srgbClr val="E6E6E6"/>
                </a:solidFill>
              </a:defRPr>
            </a:pPr>
            <a:endParaRPr lang="ru-RU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defRPr sz="2600">
                <a:solidFill>
                  <a:srgbClr val="E6E6E6"/>
                </a:solidFill>
              </a:defRPr>
            </a:pP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 студент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Охлоповский Н.Д.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defRPr sz="2600">
                <a:solidFill>
                  <a:srgbClr val="E6E6E6"/>
                </a:solidFill>
              </a:defRPr>
            </a:pP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Курс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2 </a:t>
            </a: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курс</a:t>
            </a:r>
            <a:endParaRPr lang="ru-RU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30575" algn="r">
              <a:lnSpc>
                <a:spcPct val="107000"/>
              </a:lnSpc>
              <a:spcAft>
                <a:spcPts val="800"/>
              </a:spcAft>
              <a:tabLst>
                <a:tab pos="3510915" algn="l"/>
              </a:tabLst>
            </a:pP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Специальность 2.09.02.07 </a:t>
            </a:r>
            <a:endParaRPr lang="ru-MD" sz="20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330575" algn="r">
              <a:lnSpc>
                <a:spcPct val="107000"/>
              </a:lnSpc>
              <a:spcAft>
                <a:spcPts val="800"/>
              </a:spcAft>
              <a:tabLst>
                <a:tab pos="3510915" algn="l"/>
              </a:tabLst>
            </a:pP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Информационные системы и программирование</a:t>
            </a:r>
            <a:endParaRPr lang="ru-MD" sz="20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330575" algn="r">
              <a:lnSpc>
                <a:spcPct val="107000"/>
              </a:lnSpc>
              <a:spcAft>
                <a:spcPts val="800"/>
              </a:spcAft>
              <a:tabLst>
                <a:tab pos="3510915" algn="l"/>
              </a:tabLst>
            </a:pP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Руководитель</a:t>
            </a:r>
            <a:endParaRPr lang="ru-MD" sz="20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330575" algn="r">
              <a:lnSpc>
                <a:spcPct val="107000"/>
              </a:lnSpc>
              <a:spcAft>
                <a:spcPts val="800"/>
              </a:spcAft>
              <a:tabLst>
                <a:tab pos="3510915" algn="l"/>
              </a:tabLst>
            </a:pP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преподаватель информационных</a:t>
            </a:r>
            <a:endParaRPr lang="ru-MD" sz="20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330575" algn="r">
              <a:lnSpc>
                <a:spcPct val="107000"/>
              </a:lnSpc>
              <a:spcAft>
                <a:spcPts val="800"/>
              </a:spcAft>
              <a:tabLst>
                <a:tab pos="3510915" algn="l"/>
              </a:tabLst>
            </a:pP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дисциплин</a:t>
            </a:r>
            <a:endParaRPr lang="ru-MD" sz="20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330575" algn="r">
              <a:lnSpc>
                <a:spcPct val="107000"/>
              </a:lnSpc>
              <a:spcAft>
                <a:spcPts val="800"/>
              </a:spcAft>
              <a:tabLst>
                <a:tab pos="3510915" algn="l"/>
              </a:tabLst>
            </a:pPr>
            <a:r>
              <a:rPr lang="ru-RU" sz="20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Подсекина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Татьяна Сергеевна</a:t>
            </a:r>
            <a:endParaRPr lang="ru-MD" sz="20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defRPr sz="2600">
                <a:solidFill>
                  <a:srgbClr val="E6E6E6"/>
                </a:solidFill>
              </a:defRPr>
            </a:pPr>
            <a:endParaRPr lang="ru-RU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defRPr sz="2600">
                <a:solidFill>
                  <a:srgbClr val="E6E6E6"/>
                </a:solidFill>
              </a:defRPr>
            </a:pP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Тирасполь 2025</a:t>
            </a:r>
          </a:p>
          <a:p>
            <a:pPr>
              <a:defRPr sz="2600">
                <a:solidFill>
                  <a:srgbClr val="E6E6E6"/>
                </a:solidFill>
              </a:defRPr>
            </a:pPr>
            <a:endParaRPr lang="ru-MD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Актуальность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и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проблема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2119746"/>
            <a:ext cx="652549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•</a:t>
            </a:r>
            <a:r>
              <a:rPr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Рост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количества</a:t>
            </a:r>
            <a:r>
              <a:rPr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музыкальных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коллективов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Перегрузка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менеджеров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организационной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работой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Существующие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системы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не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подходят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небольшим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группам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Требуется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доступное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и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адаптированное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ПО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85" y="2355273"/>
            <a:ext cx="4001395" cy="2798618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Цель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и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задачи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проекта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2851" y="1662100"/>
            <a:ext cx="6079375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Цель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Разработка ПО для облегчения работы менеджера музыкальных групп.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Создание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C#-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программы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для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управления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музыкальными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группами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Задачи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Хранение информации</a:t>
            </a: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Добавление, удаление, поиск</a:t>
            </a: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Сохранение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между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сессиями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Работа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через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консоль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988" y="1642276"/>
            <a:ext cx="3874107" cy="220503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226" y="4282773"/>
            <a:ext cx="3874107" cy="2476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Роль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менеджера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4655127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Организация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гастролей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и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репетиций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Ведение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документации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Работа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с PR и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продвижением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Решение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конфликтов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Без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ПО —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высокая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нагрузка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7925" y="2100792"/>
            <a:ext cx="5015201" cy="26963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Анализ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решений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5486400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CRM —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универсальные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но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не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специализированные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Google Sheets —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простые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но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неавтоматизированные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Платные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платформы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—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сложные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англоязычные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Вывод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нужна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простая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и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доступная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система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3216" y="1828800"/>
            <a:ext cx="4453960" cy="241208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931" y="4442030"/>
            <a:ext cx="4070465" cy="22397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Технологии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проекта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6691745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Язык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: C# 7.3</a:t>
            </a: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Среда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: Visual Studio 2019</a:t>
            </a: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Интерфейс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консольный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Хранение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текстовые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файлы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Подход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объектно-ориентированный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(ООП)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7171" y="1216369"/>
            <a:ext cx="3001963" cy="300196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4109" y="3880198"/>
            <a:ext cx="3023062" cy="302306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044" y="4546755"/>
            <a:ext cx="3029240" cy="20158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Архитектура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и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классы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8091055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Group: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название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год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страна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рейтинг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песни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туры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Song: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название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композитор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год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исполнитель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Tour: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город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дата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цена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Группа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содержит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песни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и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туры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661" y="3284739"/>
            <a:ext cx="2838304" cy="32527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Функциональность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7107382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Добавление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удаление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групп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песен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гастролей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Поиск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по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композитору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и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певцу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Репертуар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по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ID</a:t>
            </a: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Самая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популярная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группа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Меню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через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консоль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7241" y="3270419"/>
            <a:ext cx="4822105" cy="3060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Хранение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данных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5458691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Файлы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: Group.txt, Song.txt, Tour.txt</a:t>
            </a: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Формат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строки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с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разделителем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';'</a:t>
            </a: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Загрузка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при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запуске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Сохранение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при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выходе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134" y="4075240"/>
            <a:ext cx="6093230" cy="25749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Тестирование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6262255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Проверка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добавления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удаления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поиска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Защита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от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ошибок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Тесты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с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большими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объёмами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данных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Повышение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стабильности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4364" y="3203948"/>
            <a:ext cx="4180898" cy="27900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Развитие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проекта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522316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Базы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данных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(SQLite)</a:t>
            </a: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Excel/PDF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экспорт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Визуализация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гастролей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и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песен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1368" y="1226641"/>
            <a:ext cx="3777749" cy="234618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669" y="4000619"/>
            <a:ext cx="2762250" cy="1657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Выводы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7051964" cy="1969770"/>
          </a:xfrm>
          <a:prstGeom prst="rect">
            <a:avLst/>
          </a:prstGeom>
          <a:solidFill>
            <a:schemeClr val="bg1">
              <a:lumMod val="85000"/>
              <a:alpha val="0"/>
            </a:schemeClr>
          </a:solidFill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Программа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автоматизирует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работу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менеджера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Принципы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ООП,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файловое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хранение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>
                <a:solidFill>
                  <a:srgbClr val="E6E6E6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Устойчивая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работа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и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готовность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к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расширению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55" y="4241915"/>
            <a:ext cx="2143125" cy="21431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6195" y="1470746"/>
            <a:ext cx="2143125" cy="214312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1927" y="3960236"/>
            <a:ext cx="2547647" cy="25476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346</Words>
  <Application>Microsoft Office PowerPoint</Application>
  <PresentationFormat>Произвольный</PresentationFormat>
  <Paragraphs>86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Fox Sin</dc:creator>
  <cp:keywords/>
  <dc:description>generated using python-pptx</dc:description>
  <cp:lastModifiedBy>Kab-35-16</cp:lastModifiedBy>
  <cp:revision>8</cp:revision>
  <dcterms:created xsi:type="dcterms:W3CDTF">2013-01-27T09:14:16Z</dcterms:created>
  <dcterms:modified xsi:type="dcterms:W3CDTF">2025-06-09T06:08:05Z</dcterms:modified>
  <cp:category/>
</cp:coreProperties>
</file>